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8"/>
  </p:sldMasterIdLst>
  <p:notesMasterIdLst>
    <p:notesMasterId r:id="rId25"/>
  </p:notesMasterIdLst>
  <p:sldIdLst>
    <p:sldId id="2142533867" r:id="rId19"/>
    <p:sldId id="2142533868" r:id="rId20"/>
    <p:sldId id="2142533873" r:id="rId21"/>
    <p:sldId id="2142533876" r:id="rId22"/>
    <p:sldId id="2142533877" r:id="rId23"/>
    <p:sldId id="2142533869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70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965B1"/>
    <a:srgbClr val="097288"/>
    <a:srgbClr val="008A00"/>
    <a:srgbClr val="DBDDDF"/>
    <a:srgbClr val="F6BD18"/>
    <a:srgbClr val="3C454A"/>
    <a:srgbClr val="D62429"/>
    <a:srgbClr val="EC7A2E"/>
    <a:srgbClr val="71797D"/>
    <a:srgbClr val="3E46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1358E0-110A-3B4F-A86D-F27F4D7F0F70}" v="9" dt="2026-02-11T11:19:27.81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06" d="100"/>
          <a:sy n="106" d="100"/>
        </p:scale>
        <p:origin x="1336" y="480"/>
      </p:cViewPr>
      <p:guideLst>
        <p:guide orient="horz" pos="2160"/>
        <p:guide pos="270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ustomXml" Target="../customXml/item8.xml"/><Relationship Id="rId13" Type="http://schemas.openxmlformats.org/officeDocument/2006/relationships/customXml" Target="../customXml/item13.xml"/><Relationship Id="rId18" Type="http://schemas.openxmlformats.org/officeDocument/2006/relationships/slideMaster" Target="slideMasters/slideMaster1.xml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slide" Target="slides/slide3.xml"/><Relationship Id="rId7" Type="http://schemas.openxmlformats.org/officeDocument/2006/relationships/customXml" Target="../customXml/item7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customXml" Target="../customXml/item16.xml"/><Relationship Id="rId20" Type="http://schemas.openxmlformats.org/officeDocument/2006/relationships/slide" Target="slides/slide2.xml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1" Type="http://schemas.openxmlformats.org/officeDocument/2006/relationships/customXml" Target="../customXml/item11.xml"/><Relationship Id="rId24" Type="http://schemas.openxmlformats.org/officeDocument/2006/relationships/slide" Target="slides/slide6.xml"/><Relationship Id="rId5" Type="http://schemas.openxmlformats.org/officeDocument/2006/relationships/customXml" Target="../customXml/item5.xml"/><Relationship Id="rId15" Type="http://schemas.openxmlformats.org/officeDocument/2006/relationships/customXml" Target="../customXml/item15.xml"/><Relationship Id="rId23" Type="http://schemas.openxmlformats.org/officeDocument/2006/relationships/slide" Target="slides/slide5.xml"/><Relationship Id="rId28" Type="http://schemas.openxmlformats.org/officeDocument/2006/relationships/theme" Target="theme/theme1.xml"/><Relationship Id="rId10" Type="http://schemas.openxmlformats.org/officeDocument/2006/relationships/customXml" Target="../customXml/item10.xml"/><Relationship Id="rId19" Type="http://schemas.openxmlformats.org/officeDocument/2006/relationships/slide" Target="slides/slide1.xml"/><Relationship Id="rId31" Type="http://schemas.microsoft.com/office/2015/10/relationships/revisionInfo" Target="revisionInfo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4" Type="http://schemas.openxmlformats.org/officeDocument/2006/relationships/customXml" Target="../customXml/item14.xml"/><Relationship Id="rId22" Type="http://schemas.openxmlformats.org/officeDocument/2006/relationships/slide" Target="slides/slide4.xml"/><Relationship Id="rId27" Type="http://schemas.openxmlformats.org/officeDocument/2006/relationships/viewProps" Target="viewProps.xml"/><Relationship Id="rId3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len Nygaard" userId="e0a45168-fe2f-4db6-a1d5-a40171154990" providerId="ADAL" clId="{014844F4-0BBE-595A-BF51-C60733D51A0F}"/>
    <pc:docChg chg="custSel delSld modSld">
      <pc:chgData name="Glen Nygaard" userId="e0a45168-fe2f-4db6-a1d5-a40171154990" providerId="ADAL" clId="{014844F4-0BBE-595A-BF51-C60733D51A0F}" dt="2026-02-11T11:19:35.219" v="22" actId="14100"/>
      <pc:docMkLst>
        <pc:docMk/>
      </pc:docMkLst>
      <pc:sldChg chg="addSp delSp modSp mod">
        <pc:chgData name="Glen Nygaard" userId="e0a45168-fe2f-4db6-a1d5-a40171154990" providerId="ADAL" clId="{014844F4-0BBE-595A-BF51-C60733D51A0F}" dt="2026-02-11T11:19:35.219" v="22" actId="14100"/>
        <pc:sldMkLst>
          <pc:docMk/>
          <pc:sldMk cId="2626856982" sldId="2142533867"/>
        </pc:sldMkLst>
        <pc:picChg chg="add mod">
          <ac:chgData name="Glen Nygaard" userId="e0a45168-fe2f-4db6-a1d5-a40171154990" providerId="ADAL" clId="{014844F4-0BBE-595A-BF51-C60733D51A0F}" dt="2026-02-11T11:19:35.219" v="22" actId="14100"/>
          <ac:picMkLst>
            <pc:docMk/>
            <pc:sldMk cId="2626856982" sldId="2142533867"/>
            <ac:picMk id="2" creationId="{2F1E8293-14EA-253E-FC90-A9D6C58155D4}"/>
          </ac:picMkLst>
        </pc:picChg>
        <pc:picChg chg="del">
          <ac:chgData name="Glen Nygaard" userId="e0a45168-fe2f-4db6-a1d5-a40171154990" providerId="ADAL" clId="{014844F4-0BBE-595A-BF51-C60733D51A0F}" dt="2026-02-11T11:17:14.097" v="0" actId="478"/>
          <ac:picMkLst>
            <pc:docMk/>
            <pc:sldMk cId="2626856982" sldId="2142533867"/>
            <ac:picMk id="5" creationId="{96F2C3C0-D98C-8223-7BE4-13FF04AD37D9}"/>
          </ac:picMkLst>
        </pc:picChg>
      </pc:sldChg>
      <pc:sldChg chg="delSp modSp mod">
        <pc:chgData name="Glen Nygaard" userId="e0a45168-fe2f-4db6-a1d5-a40171154990" providerId="ADAL" clId="{014844F4-0BBE-595A-BF51-C60733D51A0F}" dt="2026-02-11T11:17:32.606" v="8" actId="478"/>
        <pc:sldMkLst>
          <pc:docMk/>
          <pc:sldMk cId="4048167914" sldId="2142533868"/>
        </pc:sldMkLst>
        <pc:graphicFrameChg chg="del mod">
          <ac:chgData name="Glen Nygaard" userId="e0a45168-fe2f-4db6-a1d5-a40171154990" providerId="ADAL" clId="{014844F4-0BBE-595A-BF51-C60733D51A0F}" dt="2026-02-11T11:17:32.606" v="8" actId="478"/>
          <ac:graphicFrameMkLst>
            <pc:docMk/>
            <pc:sldMk cId="4048167914" sldId="2142533868"/>
            <ac:graphicFrameMk id="5" creationId="{55625C45-A3ED-AC5A-C921-AC0135D7CF85}"/>
          </ac:graphicFrameMkLst>
        </pc:graphicFrameChg>
      </pc:sldChg>
      <pc:sldChg chg="del">
        <pc:chgData name="Glen Nygaard" userId="e0a45168-fe2f-4db6-a1d5-a40171154990" providerId="ADAL" clId="{014844F4-0BBE-595A-BF51-C60733D51A0F}" dt="2026-02-11T11:17:48.325" v="10" actId="2696"/>
        <pc:sldMkLst>
          <pc:docMk/>
          <pc:sldMk cId="1942540787" sldId="2142533870"/>
        </pc:sldMkLst>
      </pc:sldChg>
      <pc:sldChg chg="del">
        <pc:chgData name="Glen Nygaard" userId="e0a45168-fe2f-4db6-a1d5-a40171154990" providerId="ADAL" clId="{014844F4-0BBE-595A-BF51-C60733D51A0F}" dt="2026-02-11T11:17:48.330" v="12" actId="2696"/>
        <pc:sldMkLst>
          <pc:docMk/>
          <pc:sldMk cId="2643182850" sldId="2142533871"/>
        </pc:sldMkLst>
      </pc:sldChg>
      <pc:sldChg chg="del">
        <pc:chgData name="Glen Nygaard" userId="e0a45168-fe2f-4db6-a1d5-a40171154990" providerId="ADAL" clId="{014844F4-0BBE-595A-BF51-C60733D51A0F}" dt="2026-02-11T11:17:55.765" v="15" actId="2696"/>
        <pc:sldMkLst>
          <pc:docMk/>
          <pc:sldMk cId="3798442256" sldId="2142533874"/>
        </pc:sldMkLst>
      </pc:sldChg>
      <pc:sldChg chg="delSp modSp mod">
        <pc:chgData name="Glen Nygaard" userId="e0a45168-fe2f-4db6-a1d5-a40171154990" providerId="ADAL" clId="{014844F4-0BBE-595A-BF51-C60733D51A0F}" dt="2026-02-11T11:18:02.311" v="18" actId="478"/>
        <pc:sldMkLst>
          <pc:docMk/>
          <pc:sldMk cId="4288429047" sldId="2142533876"/>
        </pc:sldMkLst>
        <pc:spChg chg="del mod">
          <ac:chgData name="Glen Nygaard" userId="e0a45168-fe2f-4db6-a1d5-a40171154990" providerId="ADAL" clId="{014844F4-0BBE-595A-BF51-C60733D51A0F}" dt="2026-02-11T11:18:00.185" v="17" actId="478"/>
          <ac:spMkLst>
            <pc:docMk/>
            <pc:sldMk cId="4288429047" sldId="2142533876"/>
            <ac:spMk id="4" creationId="{A311D686-5C8E-8A84-D5BC-6D4A338D7298}"/>
          </ac:spMkLst>
        </pc:spChg>
        <pc:picChg chg="del">
          <ac:chgData name="Glen Nygaard" userId="e0a45168-fe2f-4db6-a1d5-a40171154990" providerId="ADAL" clId="{014844F4-0BBE-595A-BF51-C60733D51A0F}" dt="2026-02-11T11:18:02.311" v="18" actId="478"/>
          <ac:picMkLst>
            <pc:docMk/>
            <pc:sldMk cId="4288429047" sldId="2142533876"/>
            <ac:picMk id="3073" creationId="{8321E2F6-A9D3-7CD5-FB1D-CB430135E264}"/>
          </ac:picMkLst>
        </pc:picChg>
      </pc:sldChg>
      <pc:sldChg chg="del">
        <pc:chgData name="Glen Nygaard" userId="e0a45168-fe2f-4db6-a1d5-a40171154990" providerId="ADAL" clId="{014844F4-0BBE-595A-BF51-C60733D51A0F}" dt="2026-02-11T11:17:38.133" v="9" actId="2696"/>
        <pc:sldMkLst>
          <pc:docMk/>
          <pc:sldMk cId="1133802855" sldId="2142533878"/>
        </pc:sldMkLst>
      </pc:sldChg>
      <pc:sldChg chg="del">
        <pc:chgData name="Glen Nygaard" userId="e0a45168-fe2f-4db6-a1d5-a40171154990" providerId="ADAL" clId="{014844F4-0BBE-595A-BF51-C60733D51A0F}" dt="2026-02-11T11:17:38.133" v="9" actId="2696"/>
        <pc:sldMkLst>
          <pc:docMk/>
          <pc:sldMk cId="532935327" sldId="2142533879"/>
        </pc:sldMkLst>
      </pc:sldChg>
      <pc:sldChg chg="del">
        <pc:chgData name="Glen Nygaard" userId="e0a45168-fe2f-4db6-a1d5-a40171154990" providerId="ADAL" clId="{014844F4-0BBE-595A-BF51-C60733D51A0F}" dt="2026-02-11T11:17:38.133" v="9" actId="2696"/>
        <pc:sldMkLst>
          <pc:docMk/>
          <pc:sldMk cId="1381213757" sldId="2142533880"/>
        </pc:sldMkLst>
      </pc:sldChg>
      <pc:sldChg chg="del">
        <pc:chgData name="Glen Nygaard" userId="e0a45168-fe2f-4db6-a1d5-a40171154990" providerId="ADAL" clId="{014844F4-0BBE-595A-BF51-C60733D51A0F}" dt="2026-02-11T11:17:48.331" v="13" actId="2696"/>
        <pc:sldMkLst>
          <pc:docMk/>
          <pc:sldMk cId="3837763206" sldId="2142533881"/>
        </pc:sldMkLst>
      </pc:sldChg>
      <pc:sldChg chg="del">
        <pc:chgData name="Glen Nygaard" userId="e0a45168-fe2f-4db6-a1d5-a40171154990" providerId="ADAL" clId="{014844F4-0BBE-595A-BF51-C60733D51A0F}" dt="2026-02-11T11:17:48.326" v="11" actId="2696"/>
        <pc:sldMkLst>
          <pc:docMk/>
          <pc:sldMk cId="2689615843" sldId="2142533882"/>
        </pc:sldMkLst>
      </pc:sldChg>
      <pc:sldChg chg="del">
        <pc:chgData name="Glen Nygaard" userId="e0a45168-fe2f-4db6-a1d5-a40171154990" providerId="ADAL" clId="{014844F4-0BBE-595A-BF51-C60733D51A0F}" dt="2026-02-11T11:17:48.334" v="14" actId="2696"/>
        <pc:sldMkLst>
          <pc:docMk/>
          <pc:sldMk cId="3499081998" sldId="214253388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CA87A2-BD1B-426C-AFCB-39937A444E4A}" type="datetimeFigureOut">
              <a:rPr lang="en-US" smtClean="0"/>
              <a:t>2/11/26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4884D80-B825-47BF-8C92-89A5146EE2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95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groups/12960224/" TargetMode="External"/><Relationship Id="rId2" Type="http://schemas.openxmlformats.org/officeDocument/2006/relationships/hyperlink" Target="https://github.com/MeetupRepo/MGUG/" TargetMode="External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Haedline + free spa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9DD8E7A-97CB-E832-49F9-4FAEB05D06B4}"/>
              </a:ext>
            </a:extLst>
          </p:cNvPr>
          <p:cNvSpPr txBox="1"/>
          <p:nvPr userDrawn="1"/>
        </p:nvSpPr>
        <p:spPr>
          <a:xfrm>
            <a:off x="9506649" y="6457890"/>
            <a:ext cx="26853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>
                <a:hlinkClick r:id="rId2"/>
              </a:rPr>
              <a:t>https://github.com/MeetupRepo/MGUG/</a:t>
            </a:r>
            <a:endParaRPr lang="en-US" sz="1000"/>
          </a:p>
          <a:p>
            <a:r>
              <a:rPr lang="en-US" sz="1000">
                <a:hlinkClick r:id="rId3"/>
              </a:rPr>
              <a:t>https://www.linkedin.com/groups/12960224/</a:t>
            </a:r>
            <a:r>
              <a:rPr lang="en-US" sz="1000"/>
              <a:t> </a:t>
            </a:r>
          </a:p>
        </p:txBody>
      </p:sp>
      <p:pic>
        <p:nvPicPr>
          <p:cNvPr id="10" name="Picture 9" descr="A red and black logo with text&#10;&#10;Description automatically generated">
            <a:extLst>
              <a:ext uri="{FF2B5EF4-FFF2-40B4-BE49-F238E27FC236}">
                <a16:creationId xmlns:a16="http://schemas.microsoft.com/office/drawing/2014/main" id="{BA406087-0C82-6BA0-38DF-4B4CC82D2F7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07419"/>
            <a:ext cx="848497" cy="850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9033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eetupRepo/MGUG/" TargetMode="Externa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hyperlink" Target="https://www.linkedin.com/groups/12960224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D86D38-02A9-3003-E8DB-BAA7D52F0464}"/>
              </a:ext>
            </a:extLst>
          </p:cNvPr>
          <p:cNvSpPr txBox="1"/>
          <p:nvPr userDrawn="1"/>
        </p:nvSpPr>
        <p:spPr>
          <a:xfrm>
            <a:off x="9506649" y="6457890"/>
            <a:ext cx="2685351" cy="40011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1000">
                <a:hlinkClick r:id="rId3"/>
              </a:rPr>
              <a:t>https://github.com/MeetupRepo/MGUG/</a:t>
            </a:r>
            <a:endParaRPr lang="en-US" sz="1000"/>
          </a:p>
          <a:p>
            <a:r>
              <a:rPr lang="en-US" sz="1000">
                <a:hlinkClick r:id="rId4"/>
              </a:rPr>
              <a:t>https://www.linkedin.com/groups/12960224/</a:t>
            </a:r>
            <a:r>
              <a:rPr lang="en-US" sz="1000"/>
              <a:t> </a:t>
            </a:r>
          </a:p>
        </p:txBody>
      </p:sp>
      <p:pic>
        <p:nvPicPr>
          <p:cNvPr id="5" name="Picture 4" descr="A red and black logo with text&#10;&#10;Description automatically generated">
            <a:extLst>
              <a:ext uri="{FF2B5EF4-FFF2-40B4-BE49-F238E27FC236}">
                <a16:creationId xmlns:a16="http://schemas.microsoft.com/office/drawing/2014/main" id="{D11316F0-B4D5-6C15-E693-E75485402269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007419"/>
            <a:ext cx="848497" cy="850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3267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7.xml"/><Relationship Id="rId1" Type="http://schemas.openxmlformats.org/officeDocument/2006/relationships/customXml" Target="../../customXml/item6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9.xml"/><Relationship Id="rId1" Type="http://schemas.openxmlformats.org/officeDocument/2006/relationships/customXml" Target="../../customXml/item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1.xml"/><Relationship Id="rId1" Type="http://schemas.openxmlformats.org/officeDocument/2006/relationships/customXml" Target="../../customXml/item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3.xml"/><Relationship Id="rId1" Type="http://schemas.openxmlformats.org/officeDocument/2006/relationships/customXml" Target="../../customXml/item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7" Type="http://schemas.openxmlformats.org/officeDocument/2006/relationships/hyperlink" Target="https://www.meetup.com/microsoft-governance-user-group/" TargetMode="External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4.xml"/><Relationship Id="rId6" Type="http://schemas.openxmlformats.org/officeDocument/2006/relationships/hyperlink" Target="https://github.com/MeetupRepo/MGUG" TargetMode="External"/><Relationship Id="rId5" Type="http://schemas.openxmlformats.org/officeDocument/2006/relationships/hyperlink" Target="https://www.linkedin.com/company/microsoft-governance-user-group" TargetMode="External"/><Relationship Id="rId4" Type="http://schemas.openxmlformats.org/officeDocument/2006/relationships/hyperlink" Target="https://www.youtube.com/@yggdrasil13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customXml" Target="../../customXml/item17.xml"/><Relationship Id="rId1" Type="http://schemas.openxmlformats.org/officeDocument/2006/relationships/customXml" Target="../../customXml/item16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F1E8293-14EA-253E-FC90-A9D6C5815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925" y="305989"/>
            <a:ext cx="10478689" cy="578199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6268569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40481679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6F009DF-A79F-9AE6-A0EC-48101EE76BFC}"/>
              </a:ext>
            </a:extLst>
          </p:cNvPr>
          <p:cNvSpPr txBox="1"/>
          <p:nvPr/>
        </p:nvSpPr>
        <p:spPr>
          <a:xfrm>
            <a:off x="4421069" y="2659559"/>
            <a:ext cx="2906565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4400" err="1">
                <a:latin typeface="Comic Sans MS" panose="030F0702030302020204" pitchFamily="66" charset="0"/>
              </a:rPr>
              <a:t>Discussion</a:t>
            </a:r>
            <a:endParaRPr lang="en-US" sz="4400">
              <a:latin typeface="Comic Sans MS" panose="030F0702030302020204" pitchFamily="66" charset="0"/>
            </a:endParaRP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9132311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FADCA6-C7E0-E429-FFA3-341F342338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A0B0BF7-59E3-4500-50D8-25373A695405}"/>
              </a:ext>
            </a:extLst>
          </p:cNvPr>
          <p:cNvSpPr txBox="1"/>
          <p:nvPr/>
        </p:nvSpPr>
        <p:spPr>
          <a:xfrm>
            <a:off x="461319" y="477794"/>
            <a:ext cx="359425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4400" err="1">
                <a:latin typeface="Comic Sans MS" panose="030F0702030302020204" pitchFamily="66" charset="0"/>
              </a:rPr>
              <a:t>Next</a:t>
            </a:r>
            <a:r>
              <a:rPr lang="nb-NO" sz="4400">
                <a:latin typeface="Comic Sans MS" panose="030F0702030302020204" pitchFamily="66" charset="0"/>
              </a:rPr>
              <a:t> </a:t>
            </a:r>
            <a:r>
              <a:rPr lang="nb-NO" sz="4400" err="1">
                <a:latin typeface="Comic Sans MS" panose="030F0702030302020204" pitchFamily="66" charset="0"/>
              </a:rPr>
              <a:t>session</a:t>
            </a:r>
            <a:endParaRPr lang="en-US" sz="4400">
              <a:latin typeface="Comic Sans MS" panose="030F0702030302020204" pitchFamily="66" charset="0"/>
            </a:endParaRP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42884290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60DBD7-07D5-AC89-3FAD-F0928C0FB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93533D-DB66-5591-195D-BF42C0472B8A}"/>
              </a:ext>
            </a:extLst>
          </p:cNvPr>
          <p:cNvSpPr txBox="1"/>
          <p:nvPr/>
        </p:nvSpPr>
        <p:spPr>
          <a:xfrm>
            <a:off x="461319" y="477794"/>
            <a:ext cx="915507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b-NO" sz="4400">
                <a:latin typeface="Comic Sans MS" panose="030F0702030302020204" pitchFamily="66" charset="0"/>
              </a:rPr>
              <a:t>Microsoft </a:t>
            </a:r>
            <a:r>
              <a:rPr lang="nb-NO" sz="4400" err="1">
                <a:latin typeface="Comic Sans MS" panose="030F0702030302020204" pitchFamily="66" charset="0"/>
              </a:rPr>
              <a:t>Governance</a:t>
            </a:r>
            <a:r>
              <a:rPr lang="nb-NO" sz="4400">
                <a:latin typeface="Comic Sans MS" panose="030F0702030302020204" pitchFamily="66" charset="0"/>
              </a:rPr>
              <a:t> User Group</a:t>
            </a:r>
            <a:endParaRPr lang="en-US" sz="4400">
              <a:latin typeface="Comic Sans MS" panose="030F0702030302020204" pitchFamily="66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D0A070-11DF-E147-C953-DDD42FD92F07}"/>
              </a:ext>
            </a:extLst>
          </p:cNvPr>
          <p:cNvSpPr txBox="1"/>
          <p:nvPr/>
        </p:nvSpPr>
        <p:spPr>
          <a:xfrm>
            <a:off x="873211" y="1663697"/>
            <a:ext cx="1107165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Recordings will be posted here: </a:t>
            </a:r>
            <a:r>
              <a:rPr lang="en-US">
                <a:hlinkClick r:id="rId4" tooltip="https://www.youtube.com/@yggdrasil13"/>
              </a:rPr>
              <a:t>https://www.youtube.com/@yggdrasil13</a:t>
            </a:r>
            <a:endParaRPr lang="en-US"/>
          </a:p>
          <a:p>
            <a:r>
              <a:rPr lang="en-US"/>
              <a:t>Connect with us on LinkedIn : </a:t>
            </a:r>
            <a:r>
              <a:rPr lang="en-US">
                <a:hlinkClick r:id="rId5" tooltip="https://www.linkedin.com/company/microsoft-governance-user-group"/>
              </a:rPr>
              <a:t>https://www.linkedin.com/company/microsoft-governance-user-group</a:t>
            </a:r>
            <a:endParaRPr lang="en-US"/>
          </a:p>
          <a:p>
            <a:r>
              <a:rPr lang="en-US"/>
              <a:t>GitHub repository: </a:t>
            </a:r>
            <a:r>
              <a:rPr lang="en-US">
                <a:hlinkClick r:id="rId6" tooltip="https://github.com/meetuprepo/mgug"/>
              </a:rPr>
              <a:t>https://github.com/MeetupRepo/MGUG</a:t>
            </a:r>
            <a:endParaRPr lang="en-US"/>
          </a:p>
          <a:p>
            <a:r>
              <a:rPr lang="en-US"/>
              <a:t> </a:t>
            </a:r>
          </a:p>
          <a:p>
            <a:r>
              <a:rPr lang="en-US" b="1">
                <a:hlinkClick r:id="rId7" tooltip="https://www.meetup.com/microsoft-governance-user-group/"/>
              </a:rPr>
              <a:t>https://www.meetup.com/microsoft-governance-user-group/</a:t>
            </a:r>
            <a:endParaRPr lang="en-US"/>
          </a:p>
          <a:p>
            <a:endParaRPr lang="en-US"/>
          </a:p>
          <a:p>
            <a:r>
              <a:rPr lang="en-US"/>
              <a:t>	</a:t>
            </a:r>
          </a:p>
          <a:p>
            <a:r>
              <a:rPr lang="en-US"/>
              <a:t>	</a:t>
            </a:r>
          </a:p>
          <a:p>
            <a:r>
              <a:rPr lang="en-US"/>
              <a:t>	</a:t>
            </a:r>
          </a:p>
          <a:p>
            <a:r>
              <a:rPr lang="en-US"/>
              <a:t>	 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4245040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851748295"/>
      </p:ext>
    </p:extLst>
  </p:cSld>
  <p:clrMapOvr>
    <a:masterClrMapping/>
  </p:clrMapOvr>
</p:sld>
</file>

<file path=ppt/theme/theme1.xml><?xml version="1.0" encoding="utf-8"?>
<a:theme xmlns:a="http://schemas.openxmlformats.org/drawingml/2006/main" name="Atea Theme">
  <a:themeElements>
    <a:clrScheme name="Custom 1">
      <a:dk1>
        <a:srgbClr val="1F2325"/>
      </a:dk1>
      <a:lt1>
        <a:sysClr val="window" lastClr="FFFFFF"/>
      </a:lt1>
      <a:dk2>
        <a:srgbClr val="4D575D"/>
      </a:dk2>
      <a:lt2>
        <a:srgbClr val="008A00"/>
      </a:lt2>
      <a:accent1>
        <a:srgbClr val="008A00"/>
      </a:accent1>
      <a:accent2>
        <a:srgbClr val="33A133"/>
      </a:accent2>
      <a:accent3>
        <a:srgbClr val="4D575D"/>
      </a:accent3>
      <a:accent4>
        <a:srgbClr val="949A9E"/>
      </a:accent4>
      <a:accent5>
        <a:srgbClr val="F6BD18"/>
      </a:accent5>
      <a:accent6>
        <a:srgbClr val="EC7A2E"/>
      </a:accent6>
      <a:hlink>
        <a:srgbClr val="008A00"/>
      </a:hlink>
      <a:folHlink>
        <a:srgbClr val="949A9E"/>
      </a:folHlink>
    </a:clrScheme>
    <a:fontScheme name="Custom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tea Norway CloudTrack Presentation Template 2" id="{0B8937D6-DA72-4A5A-9A1C-D5F8C64B4F3F}" vid="{111249D7-71F1-498A-A043-59D0C147C13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7E28CE42A9E349975134E058CE31E5" ma:contentTypeVersion="4" ma:contentTypeDescription="Create a new document." ma:contentTypeScope="" ma:versionID="95c0435cca702e303db4849a369ad268">
  <xsd:schema xmlns:xsd="http://www.w3.org/2001/XMLSchema" xmlns:xs="http://www.w3.org/2001/XMLSchema" xmlns:p="http://schemas.microsoft.com/office/2006/metadata/properties" xmlns:ns2="22baf2b8-c108-4b84-b260-9046d1f3cda6" targetNamespace="http://schemas.microsoft.com/office/2006/metadata/properties" ma:root="true" ma:fieldsID="43f506bd1b7b29bae56a5e9a9e7c542a" ns2:_="">
    <xsd:import namespace="22baf2b8-c108-4b84-b260-9046d1f3cda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baf2b8-c108-4b84-b260-9046d1f3cda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TemplafyTemplateConfiguration><![CDATA[{"elementsMetadata":[],"transformationConfigurations":[],"templateName":"Atea ASA Powerpoint template - 2023-07-07","templateDescription":"","enableDocumentContentUpdater":false,"version":"2.0"}]]></TemplafyTemplateConfiguration>
</file>

<file path=customXml/item3.xml><?xml version="1.0" encoding="utf-8"?>
<TemplafyFormConfiguration><![CDATA[{"formFields":[],"formDataEntries":[]}]]></TemplafyFormConfiguration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TemplateConfiguration><![CDATA[{"slideVersion":1,"isValidatorEnabled":false,"isLocked":false,"elementsMetadata":[],"slideId":"638254555629339804","enableDocumentContentUpdater":false,"version":"2.0"}]]></TemplafySlideTemplateConfiguration>
</file>

<file path=customXml/item8.xml><?xml version="1.0" encoding="utf-8"?>
<TemplafySlideTemplateConfiguration><![CDATA[{"slideVersion":1,"isValidatorEnabled":false,"isLocked":false,"elementsMetadata":[],"slideId":"638254555629339804","enableDocumentContentUpdater":false,"version":"2.0"}]]></TemplafySlideTemplate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slideVersion":1,"isValidatorEnabled":false,"isLocked":false,"elementsMetadata":[],"slideId":"638254555629339804","enableDocumentContentUpdater":false,"version":"2.0"}]]></TemplafySlideTemplate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638254555629339804","enableDocumentContentUpdater":false,"version":"2.0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TemplateConfiguration><![CDATA[{"slideVersion":1,"isValidatorEnabled":false,"isLocked":false,"elementsMetadata":[],"slideId":"638254555629339804","enableDocumentContentUpdater":false,"version":"2.0"}]]></TemplafySlideTemplateConfiguration>
</file>

<file path=customXml/item16.xml><?xml version="1.0" encoding="utf-8"?>
<TemplafySlideTemplateConfiguration><![CDATA[{"slideVersion":1,"isValidatorEnabled":false,"isLocked":false,"elementsMetadata":[],"slideId":"638254555629339804","enableDocumentContentUpdater":false,"version":"2.0"}]]></TemplafySlideTemplateConfiguration>
</file>

<file path=customXml/item17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A7018CFD-F51A-40A5-A0EE-CB4ECDB4A94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2baf2b8-c108-4b84-b260-9046d1f3cda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86F5222-CE93-4FC6-B6A0-F4639CCB23B6}">
  <ds:schemaRefs/>
</ds:datastoreItem>
</file>

<file path=customXml/itemProps3.xml><?xml version="1.0" encoding="utf-8"?>
<ds:datastoreItem xmlns:ds="http://schemas.openxmlformats.org/officeDocument/2006/customXml" ds:itemID="{9544985E-3BAF-4300-8DE2-36F722802345}">
  <ds:schemaRefs/>
</ds:datastoreItem>
</file>

<file path=customXml/itemProps4.xml><?xml version="1.0" encoding="utf-8"?>
<ds:datastoreItem xmlns:ds="http://schemas.openxmlformats.org/officeDocument/2006/customXml" ds:itemID="{3B1053CF-8F88-45CA-934B-7A7E6F885F14}">
  <ds:schemaRefs>
    <ds:schemaRef ds:uri="http://schemas.microsoft.com/sharepoint/v3/contenttype/forms"/>
  </ds:schemaRefs>
</ds:datastoreItem>
</file>

<file path=customXml/itemProps5.xml><?xml version="1.0" encoding="utf-8"?>
<ds:datastoreItem xmlns:ds="http://schemas.openxmlformats.org/officeDocument/2006/customXml" ds:itemID="{50E6875C-C65A-4E07-BBA2-A5D0A80D1111}">
  <ds:schemaRefs>
    <ds:schemaRef ds:uri="http://purl.org/dc/terms/"/>
    <ds:schemaRef ds:uri="http://schemas.microsoft.com/office/2006/metadata/properties"/>
    <ds:schemaRef ds:uri="http://schemas.openxmlformats.org/package/2006/metadata/core-properties"/>
    <ds:schemaRef ds:uri="22baf2b8-c108-4b84-b260-9046d1f3cda6"/>
    <ds:schemaRef ds:uri="http://www.w3.org/XML/1998/namespace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dcmitype/"/>
  </ds:schemaRefs>
</ds:datastoreItem>
</file>

<file path=customXml/itemProps6.xml><?xml version="1.0" encoding="utf-8"?>
<ds:datastoreItem xmlns:ds="http://schemas.openxmlformats.org/officeDocument/2006/customXml" ds:itemID="{5B73485C-ED99-4F87-9EC7-328F716C248D}">
  <ds:schemaRefs/>
</ds:datastoreItem>
</file>

<file path=customXml/itemProps7.xml><?xml version="1.0" encoding="utf-8"?>
<ds:datastoreItem xmlns:ds="http://schemas.openxmlformats.org/officeDocument/2006/customXml" ds:itemID="{969E827E-CF8E-4F72-B4B5-B30E78567D39}">
  <ds:schemaRefs/>
</ds:datastoreItem>
</file>

<file path=customXml/itemProps8.xml><?xml version="1.0" encoding="utf-8"?>
<ds:datastoreItem xmlns:ds="http://schemas.openxmlformats.org/officeDocument/2006/customXml" ds:itemID="{AEA0C650-7C9D-4A5F-83E7-C633291FC09D}">
  <ds:schemaRefs/>
</ds:datastoreItem>
</file>

<file path=customXml/itemProps9.xml><?xml version="1.0" encoding="utf-8"?>
<ds:datastoreItem xmlns:ds="http://schemas.openxmlformats.org/officeDocument/2006/customXml" ds:itemID="{AC0771F9-4C12-443B-8D34-C40C9D7119F2}">
  <ds:schemaRefs/>
</ds:datastoreItem>
</file>

<file path=customXml/itemProps10.xml><?xml version="1.0" encoding="utf-8"?>
<ds:datastoreItem xmlns:ds="http://schemas.openxmlformats.org/officeDocument/2006/customXml" ds:itemID="{CB466935-F7E6-409D-8C00-8A66B302A244}">
  <ds:schemaRefs/>
</ds:datastoreItem>
</file>

<file path=customXml/itemProps11.xml><?xml version="1.0" encoding="utf-8"?>
<ds:datastoreItem xmlns:ds="http://schemas.openxmlformats.org/officeDocument/2006/customXml" ds:itemID="{168ABC29-C834-41F5-B74E-52F6845218D3}">
  <ds:schemaRefs/>
</ds:datastoreItem>
</file>

<file path=customXml/itemProps12.xml><?xml version="1.0" encoding="utf-8"?>
<ds:datastoreItem xmlns:ds="http://schemas.openxmlformats.org/officeDocument/2006/customXml" ds:itemID="{6B9E60F2-59A0-BA4C-951D-3A87471383DF}">
  <ds:schemaRefs/>
</ds:datastoreItem>
</file>

<file path=customXml/itemProps13.xml><?xml version="1.0" encoding="utf-8"?>
<ds:datastoreItem xmlns:ds="http://schemas.openxmlformats.org/officeDocument/2006/customXml" ds:itemID="{A2E6E38A-4D15-2F4F-A5E9-5D5A48184287}">
  <ds:schemaRefs/>
</ds:datastoreItem>
</file>

<file path=customXml/itemProps14.xml><?xml version="1.0" encoding="utf-8"?>
<ds:datastoreItem xmlns:ds="http://schemas.openxmlformats.org/officeDocument/2006/customXml" ds:itemID="{0141F063-C642-494C-A8B7-F5940AFE0866}">
  <ds:schemaRefs/>
</ds:datastoreItem>
</file>

<file path=customXml/itemProps15.xml><?xml version="1.0" encoding="utf-8"?>
<ds:datastoreItem xmlns:ds="http://schemas.openxmlformats.org/officeDocument/2006/customXml" ds:itemID="{E3F6F5D1-593B-B741-ACED-1F0587965342}">
  <ds:schemaRefs/>
</ds:datastoreItem>
</file>

<file path=customXml/itemProps16.xml><?xml version="1.0" encoding="utf-8"?>
<ds:datastoreItem xmlns:ds="http://schemas.openxmlformats.org/officeDocument/2006/customXml" ds:itemID="{B838FE29-2F86-4C82-B835-925F966A5B68}">
  <ds:schemaRefs/>
</ds:datastoreItem>
</file>

<file path=customXml/itemProps17.xml><?xml version="1.0" encoding="utf-8"?>
<ds:datastoreItem xmlns:ds="http://schemas.openxmlformats.org/officeDocument/2006/customXml" ds:itemID="{C898385D-179D-4715-BA07-C5F47E6A09D5}">
  <ds:schemaRefs/>
</ds:datastoreItem>
</file>

<file path=docMetadata/LabelInfo.xml><?xml version="1.0" encoding="utf-8"?>
<clbl:labelList xmlns:clbl="http://schemas.microsoft.com/office/2020/mipLabelMetadata">
  <clbl:label id="{5af4f1a9-ae13-4e26-ac6c-11f4c8a2f064}" enabled="1" method="Privileged" siteId="{65f51067-7d65-4aa9-b996-4cc43a0d711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Atea Norway CloudTrack Presentation Template 2</Template>
  <TotalTime>0</TotalTime>
  <Words>67</Words>
  <Application>Microsoft Macintosh PowerPoint</Application>
  <PresentationFormat>Widescreen</PresentationFormat>
  <Paragraphs>13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Comic Sans MS</vt:lpstr>
      <vt:lpstr>Atea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Glen Nygaard</cp:lastModifiedBy>
  <cp:revision>1</cp:revision>
  <dcterms:created xsi:type="dcterms:W3CDTF">2023-08-09T19:12:05Z</dcterms:created>
  <dcterms:modified xsi:type="dcterms:W3CDTF">2026-02-11T11:19:37Z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8450391-6d50-49e0-a466-bfda2ff2a5e1_Enabled">
    <vt:lpwstr>true</vt:lpwstr>
  </property>
  <property fmtid="{D5CDD505-2E9C-101B-9397-08002B2CF9AE}" pid="3" name="MSIP_Label_18450391-6d50-49e0-a466-bfda2ff2a5e1_SetDate">
    <vt:lpwstr>2023-07-07T12:52:46Z</vt:lpwstr>
  </property>
  <property fmtid="{D5CDD505-2E9C-101B-9397-08002B2CF9AE}" pid="4" name="MSIP_Label_18450391-6d50-49e0-a466-bfda2ff2a5e1_Method">
    <vt:lpwstr>Privileged</vt:lpwstr>
  </property>
  <property fmtid="{D5CDD505-2E9C-101B-9397-08002B2CF9AE}" pid="5" name="MSIP_Label_18450391-6d50-49e0-a466-bfda2ff2a5e1_Name">
    <vt:lpwstr>18450391-6d50-49e0-a466-bfda2ff2a5e1</vt:lpwstr>
  </property>
  <property fmtid="{D5CDD505-2E9C-101B-9397-08002B2CF9AE}" pid="6" name="MSIP_Label_18450391-6d50-49e0-a466-bfda2ff2a5e1_SiteId">
    <vt:lpwstr>65f51067-7d65-4aa9-b996-4cc43a0d7111</vt:lpwstr>
  </property>
  <property fmtid="{D5CDD505-2E9C-101B-9397-08002B2CF9AE}" pid="7" name="MSIP_Label_18450391-6d50-49e0-a466-bfda2ff2a5e1_ActionId">
    <vt:lpwstr>bae98760-f4fd-4b3d-aee0-4c07a38a4c2a</vt:lpwstr>
  </property>
  <property fmtid="{D5CDD505-2E9C-101B-9397-08002B2CF9AE}" pid="8" name="MSIP_Label_18450391-6d50-49e0-a466-bfda2ff2a5e1_ContentBits">
    <vt:lpwstr>2</vt:lpwstr>
  </property>
  <property fmtid="{D5CDD505-2E9C-101B-9397-08002B2CF9AE}" pid="9" name="ClassificationContentMarkingFooterLocations">
    <vt:lpwstr>Atea Theme:3</vt:lpwstr>
  </property>
  <property fmtid="{D5CDD505-2E9C-101B-9397-08002B2CF9AE}" pid="10" name="ClassificationContentMarkingFooterText">
    <vt:lpwstr>Sensitivity: Internal</vt:lpwstr>
  </property>
  <property fmtid="{D5CDD505-2E9C-101B-9397-08002B2CF9AE}" pid="11" name="MSIP_Label_5af4f1a9-ae13-4e26-ac6c-11f4c8a2f064_SiteId">
    <vt:lpwstr>65f51067-7d65-4aa9-b996-4cc43a0d7111</vt:lpwstr>
  </property>
  <property fmtid="{D5CDD505-2E9C-101B-9397-08002B2CF9AE}" pid="12" name="MSIP_Label_5af4f1a9-ae13-4e26-ac6c-11f4c8a2f064_Enabled">
    <vt:lpwstr>true</vt:lpwstr>
  </property>
  <property fmtid="{D5CDD505-2E9C-101B-9397-08002B2CF9AE}" pid="13" name="MediaServiceImageTags">
    <vt:lpwstr/>
  </property>
  <property fmtid="{D5CDD505-2E9C-101B-9397-08002B2CF9AE}" pid="14" name="MSIP_Label_5af4f1a9-ae13-4e26-ac6c-11f4c8a2f064_Method">
    <vt:lpwstr>Privileged</vt:lpwstr>
  </property>
  <property fmtid="{D5CDD505-2E9C-101B-9397-08002B2CF9AE}" pid="15" name="ContentTypeId">
    <vt:lpwstr>0x010100AC7E28CE42A9E349975134E058CE31E5</vt:lpwstr>
  </property>
  <property fmtid="{D5CDD505-2E9C-101B-9397-08002B2CF9AE}" pid="16" name="MSIP_Label_5af4f1a9-ae13-4e26-ac6c-11f4c8a2f064_SetDate">
    <vt:lpwstr>2021-08-17T17:14:16Z</vt:lpwstr>
  </property>
  <property fmtid="{D5CDD505-2E9C-101B-9397-08002B2CF9AE}" pid="17" name="MSIP_Label_5af4f1a9-ae13-4e26-ac6c-11f4c8a2f064_ContentBits">
    <vt:lpwstr>0</vt:lpwstr>
  </property>
  <property fmtid="{D5CDD505-2E9C-101B-9397-08002B2CF9AE}" pid="18" name="MSIP_Label_5af4f1a9-ae13-4e26-ac6c-11f4c8a2f064_Name">
    <vt:lpwstr>5af4f1a9-ae13-4e26-ac6c-11f4c8a2f064</vt:lpwstr>
  </property>
  <property fmtid="{D5CDD505-2E9C-101B-9397-08002B2CF9AE}" pid="19" name="MSIP_Label_5af4f1a9-ae13-4e26-ac6c-11f4c8a2f064_ActionId">
    <vt:lpwstr>4e35e75a-11d3-41b3-b781-8678d278f6ac</vt:lpwstr>
  </property>
  <property fmtid="{D5CDD505-2E9C-101B-9397-08002B2CF9AE}" pid="20" name="TemplafyTimeStamp">
    <vt:lpwstr>2023-07-20T13:12:42</vt:lpwstr>
  </property>
  <property fmtid="{D5CDD505-2E9C-101B-9397-08002B2CF9AE}" pid="21" name="TemplafyTenantId">
    <vt:lpwstr>atea</vt:lpwstr>
  </property>
  <property fmtid="{D5CDD505-2E9C-101B-9397-08002B2CF9AE}" pid="22" name="TemplafyTemplateId">
    <vt:lpwstr>638254555574408841</vt:lpwstr>
  </property>
  <property fmtid="{D5CDD505-2E9C-101B-9397-08002B2CF9AE}" pid="23" name="TemplafyUserProfileId">
    <vt:lpwstr>637709225171726338</vt:lpwstr>
  </property>
  <property fmtid="{D5CDD505-2E9C-101B-9397-08002B2CF9AE}" pid="24" name="TemplafyLanguageCode">
    <vt:lpwstr>en-GB</vt:lpwstr>
  </property>
  <property fmtid="{D5CDD505-2E9C-101B-9397-08002B2CF9AE}" pid="25" name="TemplafyFromBlank">
    <vt:bool>true</vt:bool>
  </property>
  <property fmtid="{D5CDD505-2E9C-101B-9397-08002B2CF9AE}" pid="26" name="Order">
    <vt:r8>300</vt:r8>
  </property>
  <property fmtid="{D5CDD505-2E9C-101B-9397-08002B2CF9AE}" pid="27" name="xd_Signature">
    <vt:bool>false</vt:bool>
  </property>
  <property fmtid="{D5CDD505-2E9C-101B-9397-08002B2CF9AE}" pid="28" name="xd_ProgID">
    <vt:lpwstr/>
  </property>
  <property fmtid="{D5CDD505-2E9C-101B-9397-08002B2CF9AE}" pid="29" name="_SourceUrl">
    <vt:lpwstr/>
  </property>
  <property fmtid="{D5CDD505-2E9C-101B-9397-08002B2CF9AE}" pid="30" name="_SharedFileIndex">
    <vt:lpwstr/>
  </property>
  <property fmtid="{D5CDD505-2E9C-101B-9397-08002B2CF9AE}" pid="31" name="ComplianceAssetId">
    <vt:lpwstr/>
  </property>
  <property fmtid="{D5CDD505-2E9C-101B-9397-08002B2CF9AE}" pid="32" name="TemplateUrl">
    <vt:lpwstr/>
  </property>
  <property fmtid="{D5CDD505-2E9C-101B-9397-08002B2CF9AE}" pid="33" name="_ExtendedDescription">
    <vt:lpwstr/>
  </property>
  <property fmtid="{D5CDD505-2E9C-101B-9397-08002B2CF9AE}" pid="34" name="TriggerFlowInfo">
    <vt:lpwstr/>
  </property>
</Properties>
</file>